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9NSkWlwkdRhSZcdVSCl5pqm0W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5" Type="http://customschemas.google.com/relationships/presentationmetadata" Target="metadata"/><Relationship Id="rId14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" name="Google Shape;1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35" name="Google Shape;35;p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" name="Google Shape;39;p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4" name="Google Shape;44;p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6" name="Google Shape;66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73" name="Google Shape;73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1" name="Google Shape;81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7" name="Google Shape;87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94" name="Google Shape;94;p1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16" name="Google Shape;116;p1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1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1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20" name="Google Shape;120;p1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24" name="Google Shape;124;p1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title"/>
          </p:nvPr>
        </p:nvSpPr>
        <p:spPr>
          <a:xfrm>
            <a:off x="567275" y="728475"/>
            <a:ext cx="2574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10%</a:t>
            </a:r>
            <a:endParaRPr/>
          </a:p>
        </p:txBody>
      </p:sp>
      <p:sp>
        <p:nvSpPr>
          <p:cNvPr id="135" name="Google Shape;135;p1"/>
          <p:cNvSpPr txBox="1"/>
          <p:nvPr>
            <p:ph idx="1" type="body"/>
          </p:nvPr>
        </p:nvSpPr>
        <p:spPr>
          <a:xfrm>
            <a:off x="691025" y="2029275"/>
            <a:ext cx="2326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/>
              <a:t>Renewable Energy</a:t>
            </a:r>
            <a:endParaRPr/>
          </a:p>
        </p:txBody>
      </p:sp>
      <p:sp>
        <p:nvSpPr>
          <p:cNvPr id="136" name="Google Shape;136;p1"/>
          <p:cNvSpPr txBox="1"/>
          <p:nvPr>
            <p:ph type="title"/>
          </p:nvPr>
        </p:nvSpPr>
        <p:spPr>
          <a:xfrm>
            <a:off x="5875225" y="728475"/>
            <a:ext cx="2701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5%</a:t>
            </a:r>
            <a:endParaRPr/>
          </a:p>
        </p:txBody>
      </p:sp>
      <p:sp>
        <p:nvSpPr>
          <p:cNvPr id="137" name="Google Shape;137;p1"/>
          <p:cNvSpPr txBox="1"/>
          <p:nvPr>
            <p:ph idx="1" type="body"/>
          </p:nvPr>
        </p:nvSpPr>
        <p:spPr>
          <a:xfrm>
            <a:off x="5875225" y="2086925"/>
            <a:ext cx="2701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/>
              <a:t>Reducing</a:t>
            </a:r>
            <a:r>
              <a:rPr lang="en"/>
              <a:t> Carbon Emissions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457200" y="3139650"/>
            <a:ext cx="82296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Sustainability Goals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lt1"/>
                </a:solidFill>
              </a:rPr>
              <a:t>This, importantly, is a testament to the growth and progress of the company in relation to its sustainability goals to be achieved in the next 5 years.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The usage of renewable energy increased by 4% this year; the same goes for recycling practices within and outside the company, with an increase of 2%. lastly, carbon emissions reduced by 5%.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315000" y="174375"/>
            <a:ext cx="621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Annual Progress</a:t>
            </a:r>
            <a:endParaRPr b="1" i="0" sz="2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"/>
          <p:cNvSpPr txBox="1"/>
          <p:nvPr>
            <p:ph type="title"/>
          </p:nvPr>
        </p:nvSpPr>
        <p:spPr>
          <a:xfrm>
            <a:off x="3501300" y="728475"/>
            <a:ext cx="21459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19%</a:t>
            </a:r>
            <a:endParaRPr/>
          </a:p>
        </p:txBody>
      </p:sp>
      <p:sp>
        <p:nvSpPr>
          <p:cNvPr id="141" name="Google Shape;141;p1"/>
          <p:cNvSpPr txBox="1"/>
          <p:nvPr>
            <p:ph idx="1" type="body"/>
          </p:nvPr>
        </p:nvSpPr>
        <p:spPr>
          <a:xfrm>
            <a:off x="3501300" y="2086925"/>
            <a:ext cx="2013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/>
              <a:t>Recycled Waste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